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webextensions/webextension2.xml" ContentType="application/vnd.ms-office.webextension+xml"/>
  <Override PartName="/ppt/notesSlides/notesSlide5.xml" ContentType="application/vnd.openxmlformats-officedocument.presentationml.notesSlide+xml"/>
  <Override PartName="/ppt/webextensions/webextension3.xml" ContentType="application/vnd.ms-office.webextension+xml"/>
  <Override PartName="/ppt/notesSlides/notesSlide6.xml" ContentType="application/vnd.openxmlformats-officedocument.presentationml.notesSlide+xml"/>
  <Override PartName="/ppt/webextensions/webextension4.xml" ContentType="application/vnd.ms-office.webextension+xml"/>
  <Override PartName="/ppt/notesSlides/notesSlide7.xml" ContentType="application/vnd.openxmlformats-officedocument.presentationml.notesSlide+xml"/>
  <Override PartName="/ppt/webextensions/webextension5.xml" ContentType="application/vnd.ms-office.webextension+xml"/>
  <Override PartName="/ppt/notesSlides/notesSlide8.xml" ContentType="application/vnd.openxmlformats-officedocument.presentationml.notesSlide+xml"/>
  <Override PartName="/ppt/webextensions/webextension6.xml" ContentType="application/vnd.ms-office.webextension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7" r:id="rId5"/>
    <p:sldId id="265" r:id="rId6"/>
    <p:sldId id="256" r:id="rId7"/>
    <p:sldId id="258" r:id="rId8"/>
    <p:sldId id="259" r:id="rId9"/>
    <p:sldId id="261" r:id="rId10"/>
    <p:sldId id="260" r:id="rId11"/>
    <p:sldId id="262" r:id="rId12"/>
    <p:sldId id="264" r:id="rId13"/>
    <p:sldId id="26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C37"/>
    <a:srgbClr val="A9C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/>
    <p:restoredTop sz="97386" autoAdjust="0"/>
  </p:normalViewPr>
  <p:slideViewPr>
    <p:cSldViewPr snapToGrid="0" snapToObjects="1">
      <p:cViewPr varScale="1">
        <p:scale>
          <a:sx n="155" d="100"/>
          <a:sy n="155" d="100"/>
        </p:scale>
        <p:origin x="27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5A1C6-01C0-4C36-B1BB-D6A700B3950A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B6CCB-777C-4B6A-BAC9-60F8084511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78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170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184D4-B6BE-294D-BC65-C7D922C1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4A33F7-1F16-451B-CA7E-7D9F6A03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34FFF0-97F0-E87F-B4EE-01351E616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6E5142-0B82-9E31-1287-569517CE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190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253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116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6532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6391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77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5507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CC88-4606-237C-B28D-C80297CA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451B30-19F5-3B8F-6EEE-1DD32AC75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30280E-16DB-81DC-6DB0-031BF1DDE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B32B0D-07C2-5441-F64F-6989D5422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706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385F2-187D-4382-BA13-C0E661F2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FE89845-C2FF-00F3-A882-0A3376AC3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6C390A-5058-4049-DFE8-D0F881F55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EC09E3-9C14-633A-EE78-9AF99409F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B6CCB-777C-4B6A-BAC9-60F80845111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935C-A8B3-416C-A9DA-515C7450D9A1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849D1-8FCD-477B-8FE0-01F1795BCF23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F73C-93F9-4ACE-8194-36BA641DAF20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DBB7-5B52-4CCB-A50A-2F7ADD5A94D0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F378-059E-4052-B661-791033ABF9CB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8528-0C12-412C-B942-EA4A807CDC4F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149CE-4131-45BF-82A6-474807B54CA5}" type="datetime1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5B7-3252-4005-94F6-E1AA9BC5656C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14C5-85CF-4AD4-A35E-E5D774D9A663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C9DF-4DE3-4EFD-B8BA-9D2ECB9DD73E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C449-5CE7-47AA-869E-5768A9CD7361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0AA47-8D97-4E21-952F-66C668CBFF7E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powered by Christin Gärtner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kundanbedmutha/indian-e-commerce-customer-behavior-and-purchase/data?utm_source=chatgpt.com&amp;select=Ecommerce.csv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0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65F42-784F-4524-F848-7A5502E1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AD58537-6FEA-22DB-97AF-FFC45916B310}"/>
              </a:ext>
            </a:extLst>
          </p:cNvPr>
          <p:cNvSpPr/>
          <p:nvPr/>
        </p:nvSpPr>
        <p:spPr>
          <a:xfrm>
            <a:off x="1605962" y="2699733"/>
            <a:ext cx="9062038" cy="103245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9EFB459-B938-EBA6-C13A-C34BAD023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5962" y="2695341"/>
            <a:ext cx="9144000" cy="1174549"/>
          </a:xfrm>
        </p:spPr>
        <p:txBody>
          <a:bodyPr>
            <a:normAutofit/>
          </a:bodyPr>
          <a:lstStyle/>
          <a:p>
            <a:r>
              <a:rPr lang="de-DE" sz="3000" b="1" dirty="0">
                <a:latin typeface="David" panose="020E0502060401010101" pitchFamily="34" charset="-79"/>
                <a:cs typeface="David" panose="020E0502060401010101" pitchFamily="34" charset="-79"/>
              </a:rPr>
              <a:t>E - Commerce Shop </a:t>
            </a:r>
          </a:p>
          <a:p>
            <a:r>
              <a:rPr lang="de-DE" sz="3000" b="1" dirty="0">
                <a:latin typeface="David" panose="020E0502060401010101" pitchFamily="34" charset="-79"/>
                <a:cs typeface="David" panose="020E0502060401010101" pitchFamily="34" charset="-79"/>
              </a:rPr>
              <a:t>- </a:t>
            </a:r>
            <a:r>
              <a:rPr lang="de-DE" sz="30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UrbanBazaar</a:t>
            </a:r>
            <a:r>
              <a:rPr lang="de-DE" sz="30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 India -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9B1D60E-AEBF-5C36-ADA9-94C0565E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9802F-563A-4C13-8989-2162DBAD7C83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B8518E-2078-F7EE-7F1A-9A802D73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3E039F-D32A-3323-294E-D55D5AC8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9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0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41EDB-CC1A-FC9D-B06C-4A45B3C1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5">
            <a:extLst>
              <a:ext uri="{FF2B5EF4-FFF2-40B4-BE49-F238E27FC236}">
                <a16:creationId xmlns:a16="http://schemas.microsoft.com/office/drawing/2014/main" id="{1AD06E52-F3E0-0B20-20B4-8CF7CB38E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0327"/>
            <a:ext cx="10001250" cy="1655762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dirty="0">
                <a:hlinkClick r:id="rId3"/>
              </a:rPr>
              <a:t>Datensatz</a:t>
            </a:r>
            <a:r>
              <a:rPr lang="de-DE" dirty="0"/>
              <a:t>: indischer E-Commerce-Shop mit Schwerpunkt Web-Tracking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dirty="0"/>
              <a:t>25.000 </a:t>
            </a:r>
            <a:r>
              <a:rPr lang="de-DE" dirty="0" err="1"/>
              <a:t>rows</a:t>
            </a:r>
            <a:r>
              <a:rPr lang="de-DE" dirty="0"/>
              <a:t> / 25 </a:t>
            </a:r>
            <a:r>
              <a:rPr lang="de-DE" dirty="0" err="1"/>
              <a:t>columns</a:t>
            </a:r>
            <a:endParaRPr lang="de-DE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dirty="0"/>
              <a:t>1 Faktentabelle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dirty="0"/>
              <a:t>7 Dimensionstabellen – Duplikate entfernt – </a:t>
            </a:r>
            <a:r>
              <a:rPr lang="de-DE" dirty="0" err="1"/>
              <a:t>Entcodierung</a:t>
            </a:r>
            <a:r>
              <a:rPr lang="de-DE" dirty="0"/>
              <a:t> der Spalten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dirty="0"/>
              <a:t>Feature Eng. (</a:t>
            </a:r>
            <a:r>
              <a:rPr lang="de-DE" dirty="0" err="1"/>
              <a:t>discount</a:t>
            </a:r>
            <a:r>
              <a:rPr lang="de-DE" dirty="0"/>
              <a:t> </a:t>
            </a:r>
            <a:r>
              <a:rPr lang="de-DE" dirty="0" err="1"/>
              <a:t>flag</a:t>
            </a:r>
            <a:r>
              <a:rPr lang="de-DE" dirty="0"/>
              <a:t>, </a:t>
            </a:r>
            <a:r>
              <a:rPr lang="de-DE" dirty="0" err="1"/>
              <a:t>customer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, </a:t>
            </a:r>
            <a:r>
              <a:rPr lang="de-DE" dirty="0" err="1"/>
              <a:t>session_min</a:t>
            </a:r>
            <a:r>
              <a:rPr lang="de-DE" dirty="0"/>
              <a:t>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32C57B9-0968-8BE3-2413-C96CEE91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9802F-563A-4C13-8989-2162DBAD7C83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B6DA925-9D7A-3883-E910-DB73848B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DDE0E5-6ECA-C22C-1C9D-3926693C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2</a:t>
            </a:fld>
            <a:endParaRPr lang="en-US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0E5E322-4EDB-B679-EE8F-0133F4FEAB6B}"/>
              </a:ext>
            </a:extLst>
          </p:cNvPr>
          <p:cNvSpPr/>
          <p:nvPr/>
        </p:nvSpPr>
        <p:spPr>
          <a:xfrm>
            <a:off x="1605962" y="1753108"/>
            <a:ext cx="9062038" cy="1134471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3000" dirty="0">
              <a:latin typeface="David" panose="020F0502020204030204" pitchFamily="34" charset="-79"/>
              <a:cs typeface="David" panose="020F0502020204030204" pitchFamily="34" charset="-79"/>
            </a:endParaRPr>
          </a:p>
          <a:p>
            <a:pPr algn="ctr"/>
            <a:r>
              <a:rPr lang="de-DE" sz="3000" dirty="0">
                <a:latin typeface="David" panose="020F0502020204030204" pitchFamily="34" charset="-79"/>
                <a:cs typeface="David" panose="020F0502020204030204" pitchFamily="34" charset="-79"/>
              </a:rPr>
              <a:t>Datenverständnis und Modellierung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088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255911"/>
                  </p:ext>
                </p:extLst>
              </p:nvPr>
            </p:nvGraphicFramePr>
            <p:xfrm>
              <a:off x="66174" y="90237"/>
              <a:ext cx="12037593" cy="66850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-Inhalt fü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74" y="90237"/>
                <a:ext cx="12037593" cy="668503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3FC0BD-CBBD-0063-E165-13068614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C38F-26E0-416B-BC95-3A900D0F0E92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37E080-EEB0-CC76-19AE-94DD64F9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F459588-DFF5-B639-F881-73C67D13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0D3B-6530-3033-68ED-A26F195C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6240A5E2-478B-CC30-5BC4-620211D654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174" y="90237"/>
              <a:ext cx="12037593" cy="66850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6240A5E2-478B-CC30-5BC4-620211D654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74" y="90237"/>
                <a:ext cx="12037593" cy="668503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E3C778-CCD8-AC0C-F9D0-0F17E456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04E2-EF01-4B91-B54F-679F638B14C5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5F809B-E50D-F1DD-8B20-1F4CEF4B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654F15-2112-0356-7B16-84858750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7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12EC-DCA5-BD54-083D-4354DFD9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AD71FCCC-B91D-79F5-A2C8-1AA5FD6E3F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174" y="90237"/>
              <a:ext cx="12037593" cy="66850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AD71FCCC-B91D-79F5-A2C8-1AA5FD6E3F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74" y="90237"/>
                <a:ext cx="12037593" cy="668503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A72408-F1A3-F41C-A2DB-478CEB9F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B1B7F-F112-4A82-93E6-7DCE8334FD55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E73137-376D-AE6E-A8B2-E869D346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F98FAB-137E-2A76-9471-1C36FE63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6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B1839-2359-4651-111C-3EAF71A5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090BCB66-1150-9329-CFE0-FC4786C97D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174" y="90237"/>
              <a:ext cx="12037593" cy="66850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090BCB66-1150-9329-CFE0-FC4786C97D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74" y="90237"/>
                <a:ext cx="12037593" cy="668503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4F4303-CF66-1500-DA7C-2B9C4A7F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DE4-D78C-4E9F-8A24-595D985E53E6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BAFCAD-5B07-2446-E7E3-EECC57262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9821FC-2861-5926-D149-471B4E29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6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29D3-8E5C-675C-D9CF-40D2BF6A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A1834D0F-EACE-02F3-B3FD-31E8A2A03FB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174" y="90237"/>
              <a:ext cx="12037593" cy="66850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A1834D0F-EACE-02F3-B3FD-31E8A2A03F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74" y="90237"/>
                <a:ext cx="12037593" cy="668503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B24CC6-18AF-20EC-877A-099BF433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9FF76-15BD-4E70-8FAC-2310BD62B75A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DC4AB-8812-5245-8C35-465238A9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E9666F-2149-A2FE-3403-1C8FC5C2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202E3-0327-B38C-1BD5-59C1A02B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78DFE367-7C44-AC88-086A-9078F26A09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174" y="90237"/>
              <a:ext cx="12037593" cy="66850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-Inhalt für Microsoft Power BI.">
                <a:extLst>
                  <a:ext uri="{FF2B5EF4-FFF2-40B4-BE49-F238E27FC236}">
                    <a16:creationId xmlns:a16="http://schemas.microsoft.com/office/drawing/2014/main" id="{78DFE367-7C44-AC88-086A-9078F26A09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74" y="90237"/>
                <a:ext cx="12037593" cy="668503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CDDD5E2-C517-D46E-B1C1-84A2D1A6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CB16-9FF0-4E61-BAA3-C8785D47C8F6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161228-6457-C982-EF24-C8E8BCC4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AEC303-6B83-B419-09BE-8D3F83C0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2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0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976AD-2180-3745-0CD4-8E9C9ACD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7B9A16E-148D-94A3-F198-96476D67A615}"/>
              </a:ext>
            </a:extLst>
          </p:cNvPr>
          <p:cNvSpPr/>
          <p:nvPr/>
        </p:nvSpPr>
        <p:spPr>
          <a:xfrm>
            <a:off x="1850512" y="1648373"/>
            <a:ext cx="9062038" cy="904872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7A5E68-EF87-3796-E879-17FE7E860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3025"/>
            <a:ext cx="9144000" cy="1762125"/>
          </a:xfrm>
        </p:spPr>
        <p:txBody>
          <a:bodyPr/>
          <a:lstStyle/>
          <a:p>
            <a:r>
              <a:rPr lang="de-DE" sz="3000" b="1" dirty="0"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Handlungsempfehlung</a:t>
            </a:r>
            <a:br>
              <a:rPr lang="de-DE" dirty="0"/>
            </a:br>
            <a:endParaRPr lang="de-DE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33DD827-7F61-D5DD-FED9-3B290B8F5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382" y="3105150"/>
            <a:ext cx="10208298" cy="2218687"/>
          </a:xfrm>
        </p:spPr>
        <p:txBody>
          <a:bodyPr>
            <a:normAutofit fontScale="70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Verbesserung der Customer Journey auf der Webseite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Anpassungen an UI/UX in Hinsicht auf Design, Funktionalität und Effizienz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Prüfung Check-out Prozess im Warenkorb -und Paymentbereich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Konzeptionierung &amp; Implementierung von Marketingmaßnahmen und gezielteres Einsetzen der Ressourcen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Erweiterung der SEO/SEA Prozesse 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Deep Dive Analyse in Hinsicht auf hohe Abbruchrate Juli, Session time, Seitenaufrufe, rabattierten Artikeln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Ausbau Schnittstelle für Verbesserung der Customer Journey Analyse (</a:t>
            </a:r>
            <a:r>
              <a:rPr lang="de-DE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Channelwahl</a:t>
            </a: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), Payment –und </a:t>
            </a:r>
            <a:r>
              <a:rPr lang="de-DE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Predictive</a:t>
            </a:r>
            <a:r>
              <a:rPr lang="de-DE" sz="2000" dirty="0">
                <a:latin typeface="David" panose="020E0502060401010101" pitchFamily="34" charset="-79"/>
                <a:cs typeface="David" panose="020E0502060401010101" pitchFamily="34" charset="-79"/>
              </a:rPr>
              <a:t>-Dashboard</a:t>
            </a:r>
          </a:p>
          <a:p>
            <a:endParaRPr lang="de-DE" sz="30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CC02E3-2BF8-9656-7F05-52E6F87D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9802F-563A-4C13-8989-2162DBAD7C83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852E6C2-F6A1-5E47-F05C-B9855CB5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powered 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E6EBED4-487B-2B40-D81C-65EBA76D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1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0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A7E4C-4C60-6AEE-CE07-6C20CA8E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F944EF9-9C70-71A1-A0E5-0D33C836124A}"/>
              </a:ext>
            </a:extLst>
          </p:cNvPr>
          <p:cNvSpPr/>
          <p:nvPr/>
        </p:nvSpPr>
        <p:spPr>
          <a:xfrm>
            <a:off x="1850512" y="1648373"/>
            <a:ext cx="9062038" cy="904872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665D5B8-363D-FD8E-E8EB-6744BFEAD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1112" y="1841320"/>
            <a:ext cx="9144000" cy="1046968"/>
          </a:xfrm>
        </p:spPr>
        <p:txBody>
          <a:bodyPr>
            <a:normAutofit/>
          </a:bodyPr>
          <a:lstStyle/>
          <a:p>
            <a:r>
              <a:rPr lang="hi-IN" sz="3200" dirty="0"/>
              <a:t>धन्यवाद, कोई सवाल</a:t>
            </a:r>
            <a:r>
              <a:rPr lang="de-DE" sz="3200" dirty="0"/>
              <a:t> </a:t>
            </a:r>
            <a:r>
              <a:rPr lang="hi-IN" sz="3200" dirty="0"/>
              <a:t>?</a:t>
            </a:r>
            <a:endParaRPr lang="de-DE" sz="30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F702C3F-E06E-68FD-94D3-37BCBCB5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9802F-563A-4C13-8989-2162DBAD7C83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591DBA-8856-C6D3-15E4-3117CE65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E163F1-C92A-CFB1-9BE2-F1423DD8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10</a:t>
            </a:fld>
            <a:endParaRPr lang="en-US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3FD264F-D2DF-94FA-D777-B58F0C12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73" y="2799035"/>
            <a:ext cx="10577315" cy="1655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2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971832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61b3e344-3d7c-4431-9839-5f7a309acc1e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A9C0A6&quot;"/>
    <we:property name="bookmark" value="&quot;H4sIAAAAAAAAA6WUTU/cMBCG/0rl86ry9wfXXlGFRMUFcRjb4yVVSKLEi4DV/veOs0gcKNoqvcSe8etnxmNnjix3y9TD6094QnbFrnHBN+zSIw7fhGU7Npz9PCadMtfBaJkdCuuKptVxqt04LOzqyCrMe6x33XKAvsHIef+wY9D3N7BvVoF+wR2bcF7GAfruDc9iWqrzAU87hi9TP87QkLcVKjbsM8nJphTEd0URIdXuGW8x1bPXF2O05xgcYnRceVuabDkL1sz+KmnoNfyPcajQDRSm+UJRXnEbTYlRe1945qt26YZ9/57wx95fr1MrTsWXGseXVo/4mwI30ulEB4paSikAtbTGmYBZoblIWx6Bxk8sjxIzSmcg6IJJQ7B+MyugwCwNlBIQvREl5a0sI7RSLqHm2WdjqGQhbGUh10VKuiepHWoAQK+3V99EF5zl9HAjmphE9lFsp2mRlY0chEBjvcYo83/kVlTJOaNO3qYC3kpncTtNgMjS08OWXCQ0OeZ0+Q66J/ovP7NAZWPBlRyL0zZBUOpy1b5gJeXoFqVVNkBRiRLjl9/ZF6yYlDJcW50MiKDpoMVtPmOAFC31ApGU58ook/k21or78LAnpC7YJuOhLhMkvIGB7Psjm+aRWl/tcNVRq4MhY36fz2287irO58B30B9azLVnsjUI5dLFHv91w+n00D5/AI2D4ergBQAA&quot;"/>
    <we:property name="creatorSessionId" value="&quot;7bd60365-5a9f-46eb-b157-6dd39336b9f0&quot;"/>
    <we:property name="creatorTenantId" value="&quot;7db25319-c04d-4699-88f4-84306cdd3f56&quot;"/>
    <we:property name="creatorUserId" value="&quot;1003200508A6FE77&quot;"/>
    <we:property name="datasetId" value="&quot;e608d87b-7c7a-424f-ac25-619c43fbca80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4ae321da-84ec-48b8-be64-5744268ea169&amp;groupId=ed7cec0d-2f8d-468f-ac72-c5ebf78b9055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6WUTW/cIBCG/0rFeVWZb8gtrXrKp5oqlyiqBhg2VF7bstlok9X+94I3Ug5ptJJ7MTB+ed5hsGdPQpqGFl6uYYPkjFzihK+Y/BN2X6giK9Id499ubi6uzn9e/L4+v/pRwv2QU99N5GxPMoxrzPdp2kJbKSX48Lgi0La3sK6rCO2EKzLgOPUdtOkVj+LyKo9bPKwI7oa2H6Ei7zJkrNjnIi/r4k2/8uIIPqdnvEOfj1ETpRSmQasRnW64UbHKpqNgzuyfkoqe7b/3XYbUFZsas5Eb3igno3PCmNiEZtZOqVu3bwm/7/31MtSqZNxl1+9qPdyfYlxJh0M5kBOMMQoomJJaWgwc5Una9ARl/MAyyDAg0xKsiOgFWGUWsyxSDExCjBbRSBp9WMqSVHCuPYommCBlKZm1S1nYiMhYuScmNAoAQCOWV186bbVqvPAOpfM0GEeX0wQNXLkGKEWpjEDHwn/kFnkMIaDwRvkIRjGtcDmNAg3MlA+bNdSjDC7403eQNuW//MgCHqQCHYOLWigPlvPTVfuE5bkut8gUVxYi9yWx5vR39gnLec5lI5TwEqgV5aBRL2PNuPcI2WDpXHXSb/M0gMdb6Mr6YU+GsS/tKiecdaU9QRcwvM3HOl6mjOPR+B7abfWc+xyZTUouybV4YkPtfmRO67E+/gLV0MACjAUAAA==&quot;"/>
    <we:property name="isFiltersActionButtonVisible" value="true"/>
    <we:property name="isFooterCollapsed" value="true"/>
    <we:property name="isVisualContainerHeaderHidden" value="false"/>
    <we:property name="pageDisplayName" value="&quot;overview&quot;"/>
    <we:property name="pageName" value="&quot;8f55480e97eeb70386f3&quot;"/>
    <we:property name="reportEmbeddedTime" value="&quot;2026-05-21T12:24:20.130Z&quot;"/>
    <we:property name="reportName" value="&quot;my_indian_dash&quot;"/>
    <we:property name="reportState" value="&quot;CONNECTED&quot;"/>
    <we:property name="reportUrl" value="&quot;/groups/ed7cec0d-2f8d-468f-ac72-c5ebf78b9055/reports/4ae321da-84ec-48b8-be64-5744268ea169/8f55480e97eeb70386f3?bookmarkGuid=723bd100-640c-4405-b123-a86a11d8c656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1b3e344-3d7c-4431-9839-5f7a309acc1e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A9C0A6&quot;"/>
    <we:property name="bookmark" value="&quot;H4sIAAAAAAAAA+1YUW/bNhD+K4GAvRkDRVEU1bfOSbeHtAiSonsoAuNIHm21suRRkhs3yH/fSXSQzs7mxEsyB9iTrRN1993Hj8cjryNbNIsSVh9gjtGb6BQb/I6FmWF1FMtoFFXBLsG6NJNJypTKrDTWaUdv60Vb1FUTvbmOWvBTbD8VTQdl74yMn6PESjTMyDjmHHKbJ1KZ6HIUQVmewbQf46BscBQt0Dd1BWXxHYMLetX6Dm9GEV4tytpDH+iihRb7YEsaTs8ELP45IRxg2mKJF2jaYNUOlc2VyKwRQloXo+6TacKAAe+9Q3rXQ/hxXbVQVBSmt3FgjokEUiNkrkGBSnVvb4pqWq4B3337cbXoKVtQgh9gWUyhrX3Plf5C4Xt/NzeUFrnilqWOKStF7uIMhNrps5iT021faaJk7CC2Ms4sBxAmTfb1lWu0OuOZ1sokUqhMYLrTV4tXra6vtr2hSXiSypSlzFiDlnLeG1mmTC6FjU2aMmZjLoC7/ltXlO16ovTq5GrhSXmkx+DrrV1CRYGjQUgem6Cb6+jtdOpxCu368eQvL8d12c3vsV/UnTd4jkPck6ot2hXFeEfym6Cp51EP88zXpObhhcclVh0O5nddtVYn6x9n9bexR5Kz7Q2XZPlHSgx4u80ITXsCmZSS5EO0cJEoPGxG/uggjHk2SkRsiAebas6cUwLz7MBFQgXY1F3VTmDe/zwLM/TgLfpfVkPWx4W/rZR8tAH+IDKmFPtKpIx03HGWOcEUMqE4338q3yM0ncd/Df497QyzcnV0Htb20a++/tbOjn6KtidqdBgCe3AVusM7JtO09oUhdW1CfhyqY/L0EXSJ9/J4D2k71V3StjyegW83JR6aAArx5Ydtfp1JEP4TQ78MFYclnOlUO9B9k4DUVJjDrjh7COLZlxU1XOum7ui8b/L+V+fTqJNpaYRhTOQKBOg4hYztVOcTElzMJ0RHVWG5iXMO/iu2xOXEhAETi9Rzl/ux3rQXZWHQP4j2T1B2wwHlZdIJM2FRojMZIEMnGbA4VfqFZ+IYl8TR1nY8WCd9xFcyBY/II3AfG80gdZpLLiw32iCkL70Kuqat58TOBuquQf+auH9EHuv98b47gBfk/u/q5O+IXy2sDprv3dgDxzLNuY2BWo/YQKLi1Nn4v2+Vd+/pex7yGC3gJHM5IGYJpx1OIUR73iogd1LEuTY8F1wwcBh8vWBpOK1NaPg2+AvXXYeszweADwLVgie5TLUSGSSpkpaEeiAsj2+vI14hyWvsgWM6giSOlgMmLGOCSWkY37kqmhkstlYFOdu4BqVTbrcI0ySFMAIyox2XuYhdpodSUzS/FdZitb63HZzcOY1ox5gOFaXu2mYBBs+gwoGNRUinwGEczTJUtp+C4b/vf08L0kjAPrBIsIdr4+gWadGXyAd+ENi6+RPM9ojr+RYAAA==&quot;"/>
    <we:property name="creatorSessionId" value="&quot;7bd60365-5a9f-46eb-b157-6dd39336b9f0&quot;"/>
    <we:property name="creatorTenantId" value="&quot;7db25319-c04d-4699-88f4-84306cdd3f56&quot;"/>
    <we:property name="creatorUserId" value="&quot;1003200508A6FE77&quot;"/>
    <we:property name="datasetId" value="&quot;e608d87b-7c7a-424f-ac25-619c43fbca80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4ae321da-84ec-48b8-be64-5744268ea169&amp;groupId=ed7cec0d-2f8d-468f-ac72-c5ebf78b9055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6WUTW/cIBCG/0rFeVWZb8gtrXrKp5oqlyiqBhg2VF7bstlok9X+94I3Ug5ptJJ7MTB+ed5hsGdPQpqGFl6uYYPkjFzihK+Y/BN2X6giK9Id499ubi6uzn9e/L4+v/pRwv2QU99N5GxPMoxrzPdp2kJbKSX48Lgi0La3sK6rCO2EKzLgOPUdtOkVj+LyKo9bPKwI7oa2H6Ei7zJkrNjnIi/r4k2/8uIIPqdnvEOfj1ETpRSmQasRnW64UbHKpqNgzuyfkoqe7b/3XYbUFZsas5Eb3igno3PCmNiEZtZOqVu3bwm/7/31MtSqZNxl1+9qPdyfYlxJh0M5kBOMMQoomJJaWgwc5Una9ARl/MAyyDAg0xKsiOgFWGUWsyxSDExCjBbRSBp9WMqSVHCuPYommCBlKZm1S1nYiMhYuScmNAoAQCOWV186bbVqvPAOpfM0GEeX0wQNXLkGKEWpjEDHwn/kFnkMIaDwRvkIRjGtcDmNAg3MlA+bNdSjDC7403eQNuW//MgCHqQCHYOLWigPlvPTVfuE5bkut8gUVxYi9yWx5vR39gnLec5lI5TwEqgV5aBRL2PNuPcI2WDpXHXSb/M0gMdb6Mr6YU+GsS/tKiecdaU9QRcwvM3HOl6mjOPR+B7abfWc+xyZTUouybV4YkPtfmRO67E+/gLV0MACjAUAAA==&quot;"/>
    <we:property name="isFiltersActionButtonVisible" value="true"/>
    <we:property name="isFooterCollapsed" value="true"/>
    <we:property name="isVisualContainerHeaderHidden" value="false"/>
    <we:property name="pageDisplayName" value="&quot;Executive&quot;"/>
    <we:property name="pageName" value="&quot;bfe8d9847dc446df1eb6&quot;"/>
    <we:property name="reportEmbeddedTime" value="&quot;2026-05-21T12:24:20.130Z&quot;"/>
    <we:property name="reportName" value="&quot;my_indian_dash&quot;"/>
    <we:property name="reportState" value="&quot;CONNECTED&quot;"/>
    <we:property name="reportUrl" value="&quot;/groups/ed7cec0d-2f8d-468f-ac72-c5ebf78b9055/reports/4ae321da-84ec-48b8-be64-5744268ea169/bfe8d9847dc446df1eb6?bookmarkGuid=723bd100-640c-4405-b123-a86a11d8c656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1b3e344-3d7c-4431-9839-5f7a309acc1e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A9C0A6&quot;"/>
    <we:property name="bookmark" value="&quot;H4sIAAAAAAAAA9VY227bOBD9lUDAvhkLkiIpsW+t2+4u0Ha7dZF9WAQBL0ObhSxpdckmLfzvO5TstnHcOHHjXvxkUtTwzJnDmaE+JC60daGvXuklJI+SF9DCewh2AeUJlckkKcd5EJk2TpJMOO0oEAUmx6dV3YWqbJNHH5JON3PoTkPb6yIaw8l/ziaJLorXeh5HXhctTJIamrYqdRHew7gYH3VND6tJApd1UTU6mpx1uoNo9gKX4xgh0F9T3FHbLlzADGw3zjKhcg42oyp3uadGSuVxWTsuGJDtXBJND9tPq7LTocRt4px1wnNjOJiMaE5yKVMd59tQzos14E/vvr2qIzk1OvhKX4S57qomsmLe4fbR3mqFbqnUesGAWu+UTLnOiHN7bYYlGt1hS+RGesNSwjW6QnLB/F5bHVx2prq8ac2ojDOw0nlIpVac+9wcisyCV8Tx3HuaeZA0ZX4IoA9FtybXXD27rBvUBapltPXYXejSgkuG4DfQjrH+kDyezxuY6249fHbt4bQq+uWO+VnVNxbewMDIs7IL3RXu8Rwlcw62WiYR5uumQgUOD6LSyvkw+7wv14Kicbio/ps2gArEOJHVGc7cyojVjbtJSC4dKEdzw5Be5hUjhh5MrpDUU0dyKjKhpffepD82ue345vkylH2Hx/9YLDtpubGpSK3yhmeZtCQ7lGWdSmadVVoJZr3GREH9j81yzDzt+UWA/xDAsShOqfLMs0xkCnMic4Lw9FCKDccMyxmzRkCWepsZxQ+n+CXotm/gq2lE1kooTk510a+lep24yUcoU5yaV02w6PI2mnvGdNhz1kHdbsOJkztQ7A2fH0xeJx0HjYPmydVA6NPQbConm2zBPBaZq7NN1cZF7z6ry2suR2QPTd7ZKDfKPFdY4rBuYl3HDJF/RVF6KIZm45vfTGlfwmH7tquW0JwbWGD7gr3LAaJzFSb46UI33fcW3me0HkVz96FxlB+x2EAqnmHTp4ni0ilq98rvbVW/QirHNXHJ6aYFRuaeN7h/XLzu19ve/NsD+rNN6mzzAP//tflzm6XYNe/wdZKMcSaR0hkUyOXduRsHg/F97cHkI44ABdYy3O3PO+rn6wvtPXBeq7FkVBpGDOstGUI+ssXiQb4HsX8vIB6AgdfShY0rf2wBb49C/eCCNgV82chHma3i72x1pIS0i+3P0xE9Sn58ipZG/7fgvMSr4eLWJH30UvGkv4Lm5E4F4+hYTmObeSuYvcWiwIv2zlrx0Ml6b0zHBO0s5NgceKJsTijRGlvS798fTJGgk8dGl1hbl1B2J2/Qm5NfvlG7cO/j8PNFPWe5l4ITQcE6mXFP858p6gfe4yjJOd5vGXMaNBMKbJYfeo8TNgcpBMkMISA4d5QdbEtK4rXXucoZyFwKIuX+Q/iAeg/L8xeVHfuHG5eJ+BnyIMm33awIFpo7aX59WTpA8XcAP4peiCznGCzAO7ylErhW4gdheRqX/KQkr7GPHNPMZCqjGVDqUis1o4bsPRXtQtc3TgUa2/o8/VtT9fXgx7CB00wzxoQVVNF0+OQV2t+Dc1Cuv6cPRj4ZTfCGMh+yVNV3ba0tvNbl2HPWozsBhnUYZcxB4Nb/hyvIi4AaGbEPLMa+Mn7OTzZIw7p9vMsLI1ur/wF+J+0pexgAAA==&quot;"/>
    <we:property name="creatorSessionId" value="&quot;7bd60365-5a9f-46eb-b157-6dd39336b9f0&quot;"/>
    <we:property name="creatorTenantId" value="&quot;7db25319-c04d-4699-88f4-84306cdd3f56&quot;"/>
    <we:property name="creatorUserId" value="&quot;1003200508A6FE77&quot;"/>
    <we:property name="datasetId" value="&quot;e608d87b-7c7a-424f-ac25-619c43fbca80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4ae321da-84ec-48b8-be64-5744268ea169&amp;groupId=ed7cec0d-2f8d-468f-ac72-c5ebf78b9055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6WUTW/cIBCG/0rFeVWZb8gtrXrKp5oqlyiqBhg2VF7bstlok9X+94I3Ug5ptJJ7MTB+ed5hsGdPQpqGFl6uYYPkjFzihK+Y/BN2X6giK9Id499ubi6uzn9e/L4+v/pRwv2QU99N5GxPMoxrzPdp2kJbKSX48Lgi0La3sK6rCO2EKzLgOPUdtOkVj+LyKo9bPKwI7oa2H6Ei7zJkrNjnIi/r4k2/8uIIPqdnvEOfj1ETpRSmQasRnW64UbHKpqNgzuyfkoqe7b/3XYbUFZsas5Eb3igno3PCmNiEZtZOqVu3bwm/7/31MtSqZNxl1+9qPdyfYlxJh0M5kBOMMQoomJJaWgwc5Una9ARl/MAyyDAg0xKsiOgFWGUWsyxSDExCjBbRSBp9WMqSVHCuPYommCBlKZm1S1nYiMhYuScmNAoAQCOWV186bbVqvPAOpfM0GEeX0wQNXLkGKEWpjEDHwn/kFnkMIaDwRvkIRjGtcDmNAg3MlA+bNdSjDC7403eQNuW//MgCHqQCHYOLWigPlvPTVfuE5bkut8gUVxYi9yWx5vR39gnLec5lI5TwEqgV5aBRL2PNuPcI2WDpXHXSb/M0gMdb6Mr6YU+GsS/tKiecdaU9QRcwvM3HOl6mjOPR+B7abfWc+xyZTUouybV4YkPtfmRO67E+/gLV0MACjAUAAA==&quot;"/>
    <we:property name="isFiltersActionButtonVisible" value="true"/>
    <we:property name="isFooterCollapsed" value="true"/>
    <we:property name="isVisualContainerHeaderHidden" value="false"/>
    <we:property name="pageDisplayName" value="&quot;Customer Journey&quot;"/>
    <we:property name="pageName" value="&quot;25984ec7198d8f1b669f&quot;"/>
    <we:property name="reportEmbeddedTime" value="&quot;2026-05-21T12:24:20.130Z&quot;"/>
    <we:property name="reportName" value="&quot;my_indian_dash&quot;"/>
    <we:property name="reportState" value="&quot;CONNECTED&quot;"/>
    <we:property name="reportUrl" value="&quot;/groups/ed7cec0d-2f8d-468f-ac72-c5ebf78b9055/reports/4ae321da-84ec-48b8-be64-5744268ea169/25984ec7198d8f1b669f?bookmarkGuid=723bd100-640c-4405-b123-a86a11d8c656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1b3e344-3d7c-4431-9839-5f7a309acc1e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A9C0A6&quot;"/>
    <we:property name="bookmark" value="&quot;H4sIAAAAAAAAA9VY227cNhD9FUFA3xaFJFKklDd77bQoXMOw07wUhjEkh2umWmlBUbY3hv+9o4uRZr2tk41vfdolORqeOXM4vNzGxrWrCtbHsMT4XXyELX5Gpy+xjlIRz+J67C+4FjxBIYxUHFQmhbU02qyCa+o2fncbB/ALDB9d20HVO6POP89nMVTVCSz6loWqxVm8Qt82NVTuM47GNBR8h3ezGG9WVeOhd3kWIGDv9orMqU0Q0p8ZzQg6uCs8Qx3G3sKWVpc5Z8bmuuCYJaY3a0eDAdlWk971MP28qQO4mqbp+2SSo9SlBCalyfMUZWb7/tbVi2oC/OXbD+tVT86KAjyGK7eA0PieFfWJpu/93d1RWEnOQZZosyyzskiJwORxn25JTh/6MhJZIZMEUXFluJBMw6O+At4E1dw89JblOedlacsMEJROE5YnuyIr8kwVxjJTZMwS0WAw3dVXiSW3gIbitEkGIpPK9N9aV4UpUWp9eLPypDFS3uhrz1xBrdHEg5A8tqNubuPfEdrOD2o6/GrgrOm8xlMcsnFYBxfW5Oc9SewCdbOMeygnviHFDgMHrtVNV4eIJDPJMjolmUY/DZaXzfXcI7UJanJ3Tj3/GboGbx5GDilLLddGSlHk1gpjRPr6kR830UsEzxCtLK1JjcpNJrnNWfJo8HOadNF4p2mazfjnTdUt6x8O/2z8MjroxuIU7Xf6LwwXWyKfvVxSJlTtTvxXXUuUohkZml+CD1/ngxreoN9fD1wfOH9fcbPZBuyniuePlnIcqXU0BUbjd+f3BZ/sPv2jpE9JH8E9f5bPB3lKLnQmmJUKFWbaAMv1C8rzwC0vKFF1jdUm9CV4QkoJv9CjwYVB2tSq1xXoCVlfQovRkyh1H/ybkOm2qJ5Dp7ule1QqE4VOrVIiNbxMWa6K9CUL6QCd0tYs0W9i11P/hTO7qXNvsfC4gDA1D5+j4P9G5jWuoxMIl8PY+66edMXePOhTbLsqPAnst7BVrdxVEz6AqnDXlf/6ivnX+nDaXLe71oZvWmBjPVBFwYpM8wKNAJAgDH8D5+m9q0V0AOs22sdwjXTh/KF9YuuJ0mik24NWmTUWJV1RgO98wUkxFRyZzcvCcLrjJJC/ERLveSMibeMxut+ino7HIhd0Kk/ypBBpBiAwF/muPEKW61KxpGQgoFSo5ejrBTeno0aP5WCzTg2vDjuwVrk2nFVOo98sUluX/UeoOtx14T8GflzydI80rKQlX1qOXNN9ivE3wvK8N/mfkjxhHzkuC2HBCkTOSpljKRk8/hjTXsJq25OHVnliueSFzFKRguVa7F5dvi/g+5vPcbdU/Vzbd+9x9HWvFFvuiM9y933qw/x3MtzLiyw2Hih/8U23Gl8pWWppbWvakVhCGlQ2G8Ti2l+dMVhPL6qDky9xxXQqWAw5aLrQrkDjCdQ4RLMasTgc7Ch3UBs003/f/x454mxkc1hYhHp40I3vkbr+hPaNH0wR/g27egcRfRYAAA==&quot;"/>
    <we:property name="creatorSessionId" value="&quot;7bd60365-5a9f-46eb-b157-6dd39336b9f0&quot;"/>
    <we:property name="creatorTenantId" value="&quot;7db25319-c04d-4699-88f4-84306cdd3f56&quot;"/>
    <we:property name="creatorUserId" value="&quot;1003200508A6FE77&quot;"/>
    <we:property name="datasetId" value="&quot;e608d87b-7c7a-424f-ac25-619c43fbca80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4ae321da-84ec-48b8-be64-5744268ea169&amp;groupId=ed7cec0d-2f8d-468f-ac72-c5ebf78b9055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6WUTW/cIBCG/0rFeVWZb8gtrXrKp5oqlyiqBhg2VF7bstlok9X+94I3Ug5ptJJ7MTB+ed5hsGdPQpqGFl6uYYPkjFzihK+Y/BN2X6giK9Id499ubi6uzn9e/L4+v/pRwv2QU99N5GxPMoxrzPdp2kJbKSX48Lgi0La3sK6rCO2EKzLgOPUdtOkVj+LyKo9bPKwI7oa2H6Ei7zJkrNjnIi/r4k2/8uIIPqdnvEOfj1ETpRSmQasRnW64UbHKpqNgzuyfkoqe7b/3XYbUFZsas5Eb3igno3PCmNiEZtZOqVu3bwm/7/31MtSqZNxl1+9qPdyfYlxJh0M5kBOMMQoomJJaWgwc5Una9ARl/MAyyDAg0xKsiOgFWGUWsyxSDExCjBbRSBp9WMqSVHCuPYommCBlKZm1S1nYiMhYuScmNAoAQCOWV186bbVqvPAOpfM0GEeX0wQNXLkGKEWpjEDHwn/kFnkMIaDwRvkIRjGtcDmNAg3MlA+bNdSjDC7403eQNuW//MgCHqQCHYOLWigPlvPTVfuE5bkut8gUVxYi9yWx5vR39gnLec5lI5TwEqgV5aBRL2PNuPcI2WDpXHXSb/M0gMdb6Mr6YU+GsS/tKiecdaU9QRcwvM3HOl6mjOPR+B7abfWc+xyZTUouybV4YkPtfmRO67E+/gLV0MACjAUAAA==&quot;"/>
    <we:property name="isFiltersActionButtonVisible" value="true"/>
    <we:property name="isFooterCollapsed" value="true"/>
    <we:property name="isVisualContainerHeaderHidden" value="false"/>
    <we:property name="pageDisplayName" value="&quot;Customer Journey Deep Dive&quot;"/>
    <we:property name="pageName" value="&quot;8f9fc9543df5c84e20d3&quot;"/>
    <we:property name="reportEmbeddedTime" value="&quot;2026-05-21T12:24:20.130Z&quot;"/>
    <we:property name="reportName" value="&quot;my_indian_dash&quot;"/>
    <we:property name="reportState" value="&quot;CONNECTED&quot;"/>
    <we:property name="reportUrl" value="&quot;/groups/ed7cec0d-2f8d-468f-ac72-c5ebf78b9055/reports/4ae321da-84ec-48b8-be64-5744268ea169/8f9fc9543df5c84e20d3?bookmarkGuid=723bd100-640c-4405-b123-a86a11d8c656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61b3e344-3d7c-4431-9839-5f7a309acc1e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A9C0A6&quot;"/>
    <we:property name="bookmark" value="&quot;H4sIAAAAAAAAA9VYS3PbNhD+KxmePR0ABB/wLZGd9uCmnriTS8ejwWMhIaVIFgRdKx7/9y4JqUksx3JlWaOeJC4X+/j2w2LBu8S4rq3k8oNcQHKaXEAHX8DpOdRvaJ6cJHWUG12CpUaxzBAOaZamenjbtME1dZec3iVB+hmET67rZTUYQ+Ef1yeJrKpLORuerKw6OEla8F1Ty8p9gaiMr4Lv4f4kgdu2arwcTF4FGWAwe4Pq+Iwh0J9S9Ch1cDdwBTpEqS5tSVQGWanSshQYX85QrYsKY2SPqgymR/eTpg7S1ehmkCmTK6qhyHkhmC0KwYEM8s7Vs2oV8Ne1vy/bAZwWE/wgb9xMhsYPqKjP6H6wd3+PaUnKTEF5ybPSiJRZoLneatMt0OimLUYNkYbSLEc7QFKqmN1qK8BtUM3tpjWhOKOEEMuEzYqSS2HkrpEpCcCUIsxmqSCKEgp8WGtdFdbgLs9vW4+8QLZEW2/Njaw1mGQsvocu1voueTubeZjJsHo8/+7lpKn6xSPyq6b3Gj7CiMh5HVxYoo/3SJkp6GaRDGFe+gYZOL74q5dRZ5C/7+sVpejwOG/+nnhADprklNxfo+RJTLT0ZhMSikRjVnOTAy8KawrF8uOGpK9dmLbeaXg1UGya5tQYwTnJjKIW91t53KBgh9RNXyMwgMvq8Hp8AVBCZDKD1Fpss0qx7dBM0OmswZKhm4fo/DcAztxieimXi3WK30DQRvF0AWHemKkBbJlVspn4yXFUzMMN1P0+OBw8wEK2m7UyphBAqDWkKDSRgtvUHrpWvjG93qxVFE91dLZ8UbV+Bdn1Hl5ckY+xIkigaO+pYPaH0vYtbSs5eySYrbxQ0k/m0ofvibEeT9DT528GkFVCy5EKB6jz9chQPIlzwoW1mvJMqZTlJTsgQ3+IfRdXTk0fR72p6vWfEI6dn9t7etV3CCyYdz/gRuMN+HeRBWfOr0dYdvIg9H3l9Nvgr0Pp/fX+iblDeSMtBWcZ10qJwmqrmQGZpbuf//vC6mzVEMC8+Re2fQ08ioLmqbIlLVMuuEyt2XXIxk2cmzK1PJO51YUoeJrtaksLYoQxUjHIOQ7rsjD6wCfYRaPjIPCgGvH2t0MFKteFqwrHV/+sxvxJVv14UX2N4CPdccDNtNK5gNzKnCuaF4fswk8FOlnfff6HIK9iX510ihBWQKkUbglFSiIU3borurlsH9kVJgWRpSZTktmyKAktAY7h1Nw2sRx0fLpE7bns4M3A9f6xXnkkF4H1YeTMg7tA9pIDPgZ3kPnv2XwYdgJqPPim9bNv+naMIQebDpw2TApbEryCF+OnHtf94oyBevURbjTyNaNkAX428r/pQ9dKDZeyhjGPNsbiYNTD0sragFn998PvhUO0Io5jD8Cox2+AyTpSpyp47oJVhv8AgYjPbrAUAAA=&quot;"/>
    <we:property name="creatorSessionId" value="&quot;7bd60365-5a9f-46eb-b157-6dd39336b9f0&quot;"/>
    <we:property name="creatorTenantId" value="&quot;7db25319-c04d-4699-88f4-84306cdd3f56&quot;"/>
    <we:property name="creatorUserId" value="&quot;1003200508A6FE77&quot;"/>
    <we:property name="datasetId" value="&quot;e608d87b-7c7a-424f-ac25-619c43fbca80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4ae321da-84ec-48b8-be64-5744268ea169&amp;groupId=ed7cec0d-2f8d-468f-ac72-c5ebf78b9055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6WUTW/cIBCG/0rFeVWZb8gtrXrKp5oqlyiqBhg2VF7bstlok9X+94I3Ug5ptJJ7MTB+ed5hsGdPQpqGFl6uYYPkjFzihK+Y/BN2X6giK9Id499ubi6uzn9e/L4+v/pRwv2QU99N5GxPMoxrzPdp2kJbKSX48Lgi0La3sK6rCO2EKzLgOPUdtOkVj+LyKo9bPKwI7oa2H6Ei7zJkrNjnIi/r4k2/8uIIPqdnvEOfj1ETpRSmQasRnW64UbHKpqNgzuyfkoqe7b/3XYbUFZsas5Eb3igno3PCmNiEZtZOqVu3bwm/7/31MtSqZNxl1+9qPdyfYlxJh0M5kBOMMQoomJJaWgwc5Una9ARl/MAyyDAg0xKsiOgFWGUWsyxSDExCjBbRSBp9WMqSVHCuPYommCBlKZm1S1nYiMhYuScmNAoAQCOWV186bbVqvPAOpfM0GEeX0wQNXLkGKEWpjEDHwn/kFnkMIaDwRvkIRjGtcDmNAg3MlA+bNdSjDC7403eQNuW//MgCHqQCHYOLWigPlvPTVfuE5bkut8gUVxYi9yWx5vR39gnLec5lI5TwEqgV5aBRL2PNuPcI2WDpXHXSb/M0gMdb6Mr6YU+GsS/tKiecdaU9QRcwvM3HOl6mjOPR+B7abfWc+xyZTUouybV4YkPtfmRO67E+/gLV0MACjAUAAA==&quot;"/>
    <we:property name="isFiltersActionButtonVisible" value="true"/>
    <we:property name="isFooterCollapsed" value="true"/>
    <we:property name="isVisualContainerHeaderHidden" value="false"/>
    <we:property name="pageDisplayName" value="&quot;Product &amp; Payment &quot;"/>
    <we:property name="pageName" value="&quot;c8f80b5e58b388925d62&quot;"/>
    <we:property name="reportEmbeddedTime" value="&quot;2026-05-21T12:24:20.130Z&quot;"/>
    <we:property name="reportName" value="&quot;my_indian_dash&quot;"/>
    <we:property name="reportState" value="&quot;CONNECTED&quot;"/>
    <we:property name="reportUrl" value="&quot;/groups/ed7cec0d-2f8d-468f-ac72-c5ebf78b9055/reports/4ae321da-84ec-48b8-be64-5744268ea169/c8f80b5e58b388925d62?bookmarkGuid=723bd100-640c-4405-b123-a86a11d8c656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61b3e344-3d7c-4431-9839-5f7a309acc1e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A9C0A6&quot;"/>
    <we:property name="bookmark" value="&quot;H4sIAAAAAAAAA+1a227bOBD9FUPPwYKkeBH71jrd7UPaDZJsgcUiCIbk0FFXlgRJTuMG/vdSkr2JnaQpDCdRF36xLV6GZ4bnaHjxTeTSusxg/gmmGL2JjrDGb5jaS8xHVEYHUd6XMyWY4s5TLjyyWFDlINQWZZMWeR29uYkaqCbYfE7rGWStsVD4z/lBBFl2DJP2yUNW40FUYlUXOWTpN+wbh6qmmuHiIMLrMisqaE2eNtBga/YqNA/PAQL9LQ4jgm3SKzxF2/SlqCmaWFqERGnhlWIJC83qvkGH7MEmrelu+HGRN5DmYZi2jHjnNSceuEPrDeFWyLa8TvNJtgR82/dsXrbBKYODn+AqnUBTVG1UzJcwfGtvsQhuKcK45lSTGKx23gnLyJM202kwet+W5CCIN9JQlKAU0SqmT9pq8LoxxfV9a5qjJTQByqjSDpFzTLZF5pBwaRPqaMyMBq+oUG1fn2bNMrhm/v66rAIvAlt6W2/dFeQWXdRNfoV1P9c30UeEelZ1DHi/VnFazCqLJ+i7qrxJm3mw83ugxQXaYhq1UI6rIrCsqzhG+Hd0VoH3qR0dwryrvyy+jisMBHPRG7I4DyU/dNhC5e77i1ZboMQh95oxIUFS/fr+vsO6GQVKL2WzW5clN0EYJvZUx5RoKaTG13f5Qzq5bL0+wSvMZzj6GAR9uTunTWItU84zFSeKWOc488NxegxVM3prIHdFPsW82e2Ecys1IVQIxixYGgtU5knfx2HQSVGlNgyz6f64yGbT/Ge9PwyWzsBkuOn93whVN81tiwfcPXi5iViy7mK6tLdF7LOQfcaXYSLXJyA8VA6rd/MuuIdptcp59GAD8jNFdXG+Sreh0Zc7CXU5wz2wZxr8vBcfJIkAY2MDWgFSQ2SyJ+AalD9bktR73u2Ud14hKhk+Exoris4SBXverUE57Xvumbdb5mnQSFnYJ+g4Np4owlHumbcG5c7y9uRhMHsCbk9AxMA/Z4RoF3zAET0OYB/X4czmox+8dV6QgZtoRkfFV6wGhumvshwcprPukGgbxU5gtnnq8Kha2aZan5GFrWqCZqUFp5hkDr0T2mCsxXBE8+gS8RWo0GMZkmCWiB6l5utBekzBv5ZY/mNfLxWKjHg0FCR66q3WYkj55XZtMQwm3FnrDEgyd1ANKMvcQfU/yTNrbOzlkwhILNGCKjRAnVQYu9boNkf2InQmKmFcsNia2Chh+La2jFICwobF+gQ5NZza5EX3Len04qiw3d3RvZ1qs/UuoW5Os9RitUmIB9fonyGbdddezwG+X5wncay0cjZ2JkkYEcZ4OpAoj9smv2iQl9j7GDPLGTHeEyEoSSRQ9OJJVdSXUD6gCsXQJEwljnG0zAmQlA8n2S3Profx9l5d3wwoza0gDSjHrSDtNMF1VN24Df+jKmZlR1CrUTgurFCegrFOStNdX6f1h9Q5zJfX952RW6PRFAPC9kcxa+oSLB5Djh3Ny96tFPvb+esScodu+btqv4/SoI4ee6f3ALv790C0Qpq2xxk/2aHX9eI7CTZcJ+ogAAA=&quot;"/>
    <we:property name="creatorSessionId" value="&quot;7bd60365-5a9f-46eb-b157-6dd39336b9f0&quot;"/>
    <we:property name="creatorTenantId" value="&quot;7db25319-c04d-4699-88f4-84306cdd3f56&quot;"/>
    <we:property name="creatorUserId" value="&quot;1003200508A6FE77&quot;"/>
    <we:property name="datasetId" value="&quot;e608d87b-7c7a-424f-ac25-619c43fbca80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4ae321da-84ec-48b8-be64-5744268ea169&amp;groupId=ed7cec0d-2f8d-468f-ac72-c5ebf78b9055&amp;w=2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6WUTW/cIBCG/0rFeVWZb8gtrXrKp5oqlyiqBhg2VF7bstlok9X+94I3Ug5ptJJ7MTB+ed5hsGdPQpqGFl6uYYPkjFzihK+Y/BN2X6giK9Id499ubi6uzn9e/L4+v/pRwv2QU99N5GxPMoxrzPdp2kJbKSX48Lgi0La3sK6rCO2EKzLgOPUdtOkVj+LyKo9bPKwI7oa2H6Ei7zJkrNjnIi/r4k2/8uIIPqdnvEOfj1ETpRSmQasRnW64UbHKpqNgzuyfkoqe7b/3XYbUFZsas5Eb3igno3PCmNiEZtZOqVu3bwm/7/31MtSqZNxl1+9qPdyfYlxJh0M5kBOMMQoomJJaWgwc5Una9ARl/MAyyDAg0xKsiOgFWGUWsyxSDExCjBbRSBp9WMqSVHCuPYommCBlKZm1S1nYiMhYuScmNAoAQCOWV186bbVqvPAOpfM0GEeX0wQNXLkGKEWpjEDHwn/kFnkMIaDwRvkIRjGtcDmNAg3MlA+bNdSjDC7403eQNuW//MgCHqQCHYOLWigPlvPTVfuE5bkut8gUVxYi9yWx5vR39gnLec5lI5TwEqgV5aBRL2PNuPcI2WDpXHXSb/M0gMdb6Mr6YU+GsS/tKiecdaU9QRcwvM3HOl6mjOPR+B7abfWc+xyZTUouybV4YkPtfmRO67E+/gLV0MACjAUAAA==&quot;"/>
    <we:property name="isFiltersActionButtonVisible" value="true"/>
    <we:property name="isFooterCollapsed" value="true"/>
    <we:property name="isVisualContainerHeaderHidden" value="false"/>
    <we:property name="pageDisplayName" value="&quot;Business Trend &amp; Predictive Insights&quot;"/>
    <we:property name="pageName" value="&quot;e91eb36cea8795f77282&quot;"/>
    <we:property name="reportEmbeddedTime" value="&quot;2026-05-21T12:24:20.130Z&quot;"/>
    <we:property name="reportName" value="&quot;my_indian_dash&quot;"/>
    <we:property name="reportState" value="&quot;CONNECTED&quot;"/>
    <we:property name="reportUrl" value="&quot;/groups/ed7cec0d-2f8d-468f-ac72-c5ebf78b9055/reports/4ae321da-84ec-48b8-be64-5744268ea169/e91eb36cea8795f77282?bookmarkGuid=723bd100-640c-4405-b123-a86a11d8c656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Breitbild</PresentationFormat>
  <Paragraphs>59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David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Handlungsempfehlung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Christin Gärtner</cp:lastModifiedBy>
  <cp:revision>78</cp:revision>
  <dcterms:created xsi:type="dcterms:W3CDTF">2018-06-07T21:39:02Z</dcterms:created>
  <dcterms:modified xsi:type="dcterms:W3CDTF">2026-05-25T20:00:59Z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